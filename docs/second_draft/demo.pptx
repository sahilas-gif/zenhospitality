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60D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46304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KJSIM  ·  MCA  ·  ROLL 53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192024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dirty="0">
                <a:solidFill>
                  <a:srgbClr val="F8FA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Zen World Hospitality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548640" y="2926080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Hotels, tours, and a WhatsApp enquiry.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zenhospitality.in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603504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Sahil Singh   ·   Guide: Prof. Naimesh Tungare   ·   Client: Mr. Raj Kumar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60D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problem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280160"/>
            <a:ext cx="1005840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2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single catalogue</a:t>
            </a:r>
            <a:endParaRPr lang="en-US" sz="22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2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OTAs take 15% to 25% on a booking</a:t>
            </a:r>
            <a:endParaRPr lang="en-US" sz="22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2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Leads sat in personal WhatsApp chats</a:t>
            </a:r>
            <a:endParaRPr lang="en-US" sz="22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2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WordPress theme on the same host was slow and off-brand</a:t>
            </a:r>
            <a:endParaRPr lang="en-US" sz="2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60D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a visitor does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188720"/>
            <a:ext cx="10789920" cy="1005840"/>
          </a:xfrm>
          <a:prstGeom prst="roundRect">
            <a:avLst>
              <a:gd name="adj" fmla="val 9091"/>
            </a:avLst>
          </a:prstGeom>
          <a:solidFill>
            <a:srgbClr val="0A192F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41732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554480" y="13258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554480" y="16916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Hotels, domestic tours, company travel, cabs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2377440"/>
            <a:ext cx="10789920" cy="1005840"/>
          </a:xfrm>
          <a:prstGeom prst="roundRect">
            <a:avLst>
              <a:gd name="adj" fmla="val 9091"/>
            </a:avLst>
          </a:prstGeom>
          <a:solidFill>
            <a:srgbClr val="0A192F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260604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1554480" y="25146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554480" y="28803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trip planner, or the chat button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48640" y="3566160"/>
            <a:ext cx="10789920" cy="1005840"/>
          </a:xfrm>
          <a:prstGeom prst="roundRect">
            <a:avLst>
              <a:gd name="adj" fmla="val 9091"/>
            </a:avLst>
          </a:prstGeom>
          <a:solidFill>
            <a:srgbClr val="0A192F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379476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1554480" y="37033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Quote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554480" y="40690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Saved enquiry, then WhatsApp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48640" y="4754880"/>
            <a:ext cx="10789920" cy="1005840"/>
          </a:xfrm>
          <a:prstGeom prst="roundRect">
            <a:avLst>
              <a:gd name="adj" fmla="val 9091"/>
            </a:avLst>
          </a:prstGeom>
          <a:solidFill>
            <a:srgbClr val="0A192F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498348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1554480" y="48920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554480" y="52578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Zen confirms. Payment stays offline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60D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Mr. Raj Kumar told me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 numbers. I did not pull them from the database.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3474720" cy="2560320"/>
          </a:xfrm>
          <a:prstGeom prst="roundRect">
            <a:avLst>
              <a:gd name="adj" fmla="val 4286"/>
            </a:avLst>
          </a:prstGeom>
          <a:solidFill>
            <a:srgbClr val="0A192F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2286000"/>
            <a:ext cx="3474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10+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548640" y="347472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calls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4297680" y="1920240"/>
            <a:ext cx="3474720" cy="2560320"/>
          </a:xfrm>
          <a:prstGeom prst="roundRect">
            <a:avLst>
              <a:gd name="adj" fmla="val 4286"/>
            </a:avLst>
          </a:prstGeom>
          <a:solidFill>
            <a:srgbClr val="0A192F"/>
          </a:solidFill>
          <a:ln/>
        </p:spPr>
      </p:sp>
      <p:sp>
        <p:nvSpPr>
          <p:cNvPr id="8" name="Text 6"/>
          <p:cNvSpPr/>
          <p:nvPr/>
        </p:nvSpPr>
        <p:spPr>
          <a:xfrm>
            <a:off x="4297680" y="2286000"/>
            <a:ext cx="3474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~5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4297680" y="347472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bookings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8046720" y="1920240"/>
            <a:ext cx="3474720" cy="2560320"/>
          </a:xfrm>
          <a:prstGeom prst="roundRect">
            <a:avLst>
              <a:gd name="adj" fmla="val 4286"/>
            </a:avLst>
          </a:prstGeom>
          <a:solidFill>
            <a:srgbClr val="0A192F"/>
          </a:solidFill>
          <a:ln/>
        </p:spPr>
      </p:sp>
      <p:sp>
        <p:nvSpPr>
          <p:cNvPr id="11" name="Text 9"/>
          <p:cNvSpPr/>
          <p:nvPr/>
        </p:nvSpPr>
        <p:spPr>
          <a:xfrm>
            <a:off x="8046720" y="2286000"/>
            <a:ext cx="3474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₹20,000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8046720" y="347472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</a:t>
            </a:r>
            <a:endParaRPr lang="en-US" sz="2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60D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Still open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371600"/>
            <a:ext cx="100584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22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International tours: Coming Soon</a:t>
            </a:r>
            <a:endParaRPr lang="en-US" sz="22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22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Flight ticketing: Coming Soon</a:t>
            </a:r>
            <a:endParaRPr lang="en-US" sz="22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22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can be busy. The site falls through to WhatsApp</a:t>
            </a:r>
            <a:endParaRPr lang="en-US" sz="22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22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Demo: zenhospitality.in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59436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documents 22 Oct 2026  ·  Viva 21 Oct 2026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Zen World Hospitality — Demo</dc:title>
  <dc:subject>MCA industry project viva</dc:subject>
  <dc:creator>Sahil Singh</dc:creator>
  <cp:lastModifiedBy>Sahil Singh</cp:lastModifiedBy>
  <cp:revision>1</cp:revision>
  <dcterms:created xsi:type="dcterms:W3CDTF">2026-10-13T20:02:48Z</dcterms:created>
  <dcterms:modified xsi:type="dcterms:W3CDTF">2026-10-13T20:02:48Z</dcterms:modified>
</cp:coreProperties>
</file>